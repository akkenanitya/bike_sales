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0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51A27-1497-4E2F-AAC5-A42DE1F30894}" type="datetimeFigureOut">
              <a:rPr lang="en-IN" smtClean="0"/>
              <a:t>15-10-2025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BE667-1E44-42BE-91E5-EED5320F18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40837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51A27-1497-4E2F-AAC5-A42DE1F30894}" type="datetimeFigureOut">
              <a:rPr lang="en-IN" smtClean="0"/>
              <a:t>15-10-2025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BE667-1E44-42BE-91E5-EED5320F18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19783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51A27-1497-4E2F-AAC5-A42DE1F30894}" type="datetimeFigureOut">
              <a:rPr lang="en-IN" smtClean="0"/>
              <a:t>15-10-2025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BE667-1E44-42BE-91E5-EED5320F18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27256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51A27-1497-4E2F-AAC5-A42DE1F30894}" type="datetimeFigureOut">
              <a:rPr lang="en-IN" smtClean="0"/>
              <a:t>15-10-2025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BE667-1E44-42BE-91E5-EED5320F18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91721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51A27-1497-4E2F-AAC5-A42DE1F30894}" type="datetimeFigureOut">
              <a:rPr lang="en-IN" smtClean="0"/>
              <a:t>15-10-2025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BE667-1E44-42BE-91E5-EED5320F18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55556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51A27-1497-4E2F-AAC5-A42DE1F30894}" type="datetimeFigureOut">
              <a:rPr lang="en-IN" smtClean="0"/>
              <a:t>15-10-2025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BE667-1E44-42BE-91E5-EED5320F18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69828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51A27-1497-4E2F-AAC5-A42DE1F30894}" type="datetimeFigureOut">
              <a:rPr lang="en-IN" smtClean="0"/>
              <a:t>15-10-2025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BE667-1E44-42BE-91E5-EED5320F18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22275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51A27-1497-4E2F-AAC5-A42DE1F30894}" type="datetimeFigureOut">
              <a:rPr lang="en-IN" smtClean="0"/>
              <a:t>15-10-2025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BE667-1E44-42BE-91E5-EED5320F18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08607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51A27-1497-4E2F-AAC5-A42DE1F30894}" type="datetimeFigureOut">
              <a:rPr lang="en-IN" smtClean="0"/>
              <a:t>15-10-2025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BE667-1E44-42BE-91E5-EED5320F18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96352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51A27-1497-4E2F-AAC5-A42DE1F30894}" type="datetimeFigureOut">
              <a:rPr lang="en-IN" smtClean="0"/>
              <a:t>15-10-2025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BE667-1E44-42BE-91E5-EED5320F18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77765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51A27-1497-4E2F-AAC5-A42DE1F30894}" type="datetimeFigureOut">
              <a:rPr lang="en-IN" smtClean="0"/>
              <a:t>15-10-2025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BE667-1E44-42BE-91E5-EED5320F18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95308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B51A27-1497-4E2F-AAC5-A42DE1F30894}" type="datetimeFigureOut">
              <a:rPr lang="en-IN" smtClean="0"/>
              <a:t>15-10-2025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7BE667-1E44-42BE-91E5-EED5320F18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64029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/>
              <a:t>Bike </a:t>
            </a:r>
            <a:r>
              <a:rPr lang="en-IN" b="1" dirty="0" err="1"/>
              <a:t>Dekho</a:t>
            </a:r>
            <a:r>
              <a:rPr lang="en-IN" b="1" dirty="0"/>
              <a:t> – Bike Sales Analysis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92309" y="4824255"/>
            <a:ext cx="9144000" cy="1655762"/>
          </a:xfrm>
        </p:spPr>
        <p:txBody>
          <a:bodyPr>
            <a:normAutofit fontScale="92500" lnSpcReduction="10000"/>
          </a:bodyPr>
          <a:lstStyle/>
          <a:p>
            <a:r>
              <a:rPr lang="en-US" sz="1800" dirty="0" smtClean="0"/>
              <a:t>                                                                                       </a:t>
            </a:r>
          </a:p>
          <a:p>
            <a:endParaRPr lang="en-US" sz="1800" dirty="0"/>
          </a:p>
          <a:p>
            <a:endParaRPr lang="en-US" sz="1800" dirty="0" smtClean="0"/>
          </a:p>
          <a:p>
            <a:pPr algn="r"/>
            <a:r>
              <a:rPr lang="en-US" sz="1800" dirty="0"/>
              <a:t> </a:t>
            </a:r>
            <a:r>
              <a:rPr lang="en-US" sz="1800" dirty="0" smtClean="0"/>
              <a:t>                                                                Name : Akkena Nitya</a:t>
            </a:r>
          </a:p>
          <a:p>
            <a:pPr algn="r"/>
            <a:r>
              <a:rPr lang="en-US" sz="1800" dirty="0" smtClean="0"/>
              <a:t>                                                                                                              Email Id : akkenanitya@gmail.com</a:t>
            </a:r>
          </a:p>
        </p:txBody>
      </p:sp>
    </p:spTree>
    <p:extLst>
      <p:ext uri="{BB962C8B-B14F-4D97-AF65-F5344CB8AC3E}">
        <p14:creationId xmlns:p14="http://schemas.microsoft.com/office/powerpoint/2010/main" val="5125329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1">
              <a:lumMod val="40000"/>
              <a:lumOff val="60000"/>
            </a:schemeClr>
          </a:solidFill>
        </p:spPr>
        <p:txBody>
          <a:bodyPr/>
          <a:lstStyle/>
          <a:p>
            <a:pPr algn="ctr"/>
            <a:r>
              <a:rPr lang="en-US" dirty="0" smtClean="0"/>
              <a:t>Bike Sales Analysis Project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772" y="2506662"/>
            <a:ext cx="10515600" cy="4351338"/>
          </a:xfrm>
        </p:spPr>
        <p:txBody>
          <a:bodyPr/>
          <a:lstStyle/>
          <a:p>
            <a:r>
              <a:rPr lang="en-US" dirty="0" smtClean="0"/>
              <a:t>This project explores </a:t>
            </a:r>
            <a:r>
              <a:rPr lang="en-US" dirty="0"/>
              <a:t>sales trends in the biking industry using Microsoft </a:t>
            </a:r>
            <a:r>
              <a:rPr lang="en-US" dirty="0" smtClean="0"/>
              <a:t>Excel</a:t>
            </a:r>
          </a:p>
          <a:p>
            <a:r>
              <a:rPr lang="en-US" dirty="0"/>
              <a:t>The list of columns from the Bike </a:t>
            </a:r>
            <a:r>
              <a:rPr lang="en-US" dirty="0" err="1"/>
              <a:t>Dekho</a:t>
            </a:r>
            <a:r>
              <a:rPr lang="en-US" dirty="0"/>
              <a:t> </a:t>
            </a:r>
            <a:r>
              <a:rPr lang="en-US" dirty="0" smtClean="0"/>
              <a:t>dataset is :</a:t>
            </a:r>
          </a:p>
          <a:p>
            <a:r>
              <a:rPr lang="en-US" dirty="0" smtClean="0"/>
              <a:t>ID, Marital Status, Gender, Income, Children Education, Occupation, Home Owner, Cars, Commute Distance, Region, Age, Purchased Bike</a:t>
            </a:r>
          </a:p>
          <a:p>
            <a:r>
              <a:rPr lang="en-US" dirty="0" smtClean="0"/>
              <a:t>Created new columns like Age Group, Income </a:t>
            </a:r>
            <a:r>
              <a:rPr lang="en-US" dirty="0"/>
              <a:t>G</a:t>
            </a:r>
            <a:r>
              <a:rPr lang="en-US" dirty="0" smtClean="0"/>
              <a:t>roup and </a:t>
            </a:r>
            <a:r>
              <a:rPr lang="en-US" dirty="0"/>
              <a:t>H</a:t>
            </a:r>
            <a:r>
              <a:rPr lang="en-US" dirty="0" smtClean="0"/>
              <a:t>ad Children to create dashboards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522818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1">
              <a:lumMod val="40000"/>
              <a:lumOff val="60000"/>
            </a:schemeClr>
          </a:solidFill>
        </p:spPr>
        <p:txBody>
          <a:bodyPr/>
          <a:lstStyle/>
          <a:p>
            <a:pPr algn="ctr"/>
            <a:r>
              <a:rPr lang="en-US" dirty="0" smtClean="0"/>
              <a:t>Objectives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US" dirty="0"/>
              <a:t>To clean and organize raw bike sales data for better usability.</a:t>
            </a:r>
          </a:p>
          <a:p>
            <a:pPr fontAlgn="base"/>
            <a:r>
              <a:rPr lang="en-US" dirty="0"/>
              <a:t>To perform exploratory data analysis (EDA) using Excel formulas and PivotTables.</a:t>
            </a:r>
          </a:p>
          <a:p>
            <a:pPr fontAlgn="base"/>
            <a:r>
              <a:rPr lang="en-US" dirty="0"/>
              <a:t>To uncover key patterns in customer demographics, bike preferences, and sales performance.</a:t>
            </a:r>
          </a:p>
          <a:p>
            <a:pPr fontAlgn="base"/>
            <a:r>
              <a:rPr lang="en-US" dirty="0"/>
              <a:t>To create an interactive and insightful </a:t>
            </a:r>
            <a:r>
              <a:rPr lang="en-US" b="1" dirty="0"/>
              <a:t>dashboard</a:t>
            </a:r>
            <a:r>
              <a:rPr lang="en-US" dirty="0"/>
              <a:t> for decision-makers.</a:t>
            </a:r>
          </a:p>
        </p:txBody>
      </p:sp>
    </p:spTree>
    <p:extLst>
      <p:ext uri="{BB962C8B-B14F-4D97-AF65-F5344CB8AC3E}">
        <p14:creationId xmlns:p14="http://schemas.microsoft.com/office/powerpoint/2010/main" val="12983797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1">
              <a:lumMod val="40000"/>
              <a:lumOff val="60000"/>
            </a:schemeClr>
          </a:solidFill>
        </p:spPr>
        <p:txBody>
          <a:bodyPr/>
          <a:lstStyle/>
          <a:p>
            <a:pPr algn="ctr"/>
            <a:r>
              <a:rPr lang="en-US" dirty="0" smtClean="0"/>
              <a:t>Pivot Tables and Charts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Created pivot tables and charts gives on:</a:t>
            </a:r>
          </a:p>
          <a:p>
            <a:r>
              <a:rPr lang="en-US" dirty="0" smtClean="0"/>
              <a:t>Sales by marital status and gender</a:t>
            </a:r>
          </a:p>
          <a:p>
            <a:r>
              <a:rPr lang="en-US" dirty="0" smtClean="0"/>
              <a:t>Sales by occupation</a:t>
            </a:r>
          </a:p>
          <a:p>
            <a:r>
              <a:rPr lang="en-US" dirty="0" smtClean="0"/>
              <a:t>Sales by Age group</a:t>
            </a:r>
          </a:p>
          <a:p>
            <a:r>
              <a:rPr lang="en-US" dirty="0" smtClean="0"/>
              <a:t>Sales by Income group</a:t>
            </a:r>
          </a:p>
          <a:p>
            <a:r>
              <a:rPr lang="en-US" dirty="0" smtClean="0"/>
              <a:t>Sales by Education level</a:t>
            </a:r>
          </a:p>
          <a:p>
            <a:r>
              <a:rPr lang="en-US" dirty="0" smtClean="0"/>
              <a:t>Sales by Region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382628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1">
              <a:lumMod val="40000"/>
              <a:lumOff val="60000"/>
            </a:schemeClr>
          </a:solidFill>
        </p:spPr>
        <p:txBody>
          <a:bodyPr/>
          <a:lstStyle/>
          <a:p>
            <a:pPr algn="ctr"/>
            <a:r>
              <a:rPr lang="en-US" dirty="0" smtClean="0"/>
              <a:t>Insights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Based on the pivot tables and charts </a:t>
            </a:r>
          </a:p>
          <a:p>
            <a:r>
              <a:rPr lang="en-US" dirty="0" smtClean="0"/>
              <a:t>Single women individuals have high count of purchased bikes</a:t>
            </a:r>
          </a:p>
          <a:p>
            <a:r>
              <a:rPr lang="en-US" dirty="0" smtClean="0"/>
              <a:t>North American region have high count compared to other regions</a:t>
            </a:r>
          </a:p>
          <a:p>
            <a:r>
              <a:rPr lang="en-US" dirty="0" smtClean="0"/>
              <a:t>Bachelors have high count of purchased bikes compared to other educational levels</a:t>
            </a:r>
          </a:p>
          <a:p>
            <a:r>
              <a:rPr lang="en-US" dirty="0" smtClean="0"/>
              <a:t>Professionals with high income under 30-40 age group have high purchased bike count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598052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538</TotalTime>
  <Words>227</Words>
  <Application>Microsoft Office PowerPoint</Application>
  <PresentationFormat>Widescreen</PresentationFormat>
  <Paragraphs>30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Bike Dekho – Bike Sales Analysis</vt:lpstr>
      <vt:lpstr>Bike Sales Analysis Project</vt:lpstr>
      <vt:lpstr>Objectives</vt:lpstr>
      <vt:lpstr>Pivot Tables and Charts</vt:lpstr>
      <vt:lpstr>Insights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Bike Dekho – Bike Sales Analysis</dc:title>
  <dc:creator>Microsoft account</dc:creator>
  <cp:lastModifiedBy>Microsoft account</cp:lastModifiedBy>
  <cp:revision>8</cp:revision>
  <dcterms:created xsi:type="dcterms:W3CDTF">2025-10-15T05:05:46Z</dcterms:created>
  <dcterms:modified xsi:type="dcterms:W3CDTF">2025-10-15T14:04:27Z</dcterms:modified>
</cp:coreProperties>
</file>